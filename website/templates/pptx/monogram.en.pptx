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54209" y="-822960"/>
            <a:ext cx="4572000" cy="5852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85000"/>
              </a:lnSpc>
            </a:pPr>
            <a:r>
              <a:rPr sz="32000" b="1" i="0">
                <a:solidFill>
                  <a:srgbClr val="E0E0E0"/>
                </a:solidFill>
                <a:latin typeface="Arial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100" cy="41148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84831"/>
            <a:ext cx="63093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B02A2A"/>
                </a:solidFill>
                <a:latin typeface="Arial"/>
              </a:rPr>
              <a:t>PRESENTATION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000" b="1" i="0" spc="160">
                <a:solidFill>
                  <a:srgbClr val="000000"/>
                </a:solidFill>
                <a:latin typeface="Arial"/>
              </a:rPr>
              <a:t>SAY ONE THING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4C4C4C"/>
                </a:solidFill>
                <a:latin typeface="Arial"/>
              </a:rPr>
              <a:t>A neutral template for any subject: type, space, and a single accent.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8756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737373"/>
                </a:solidFill>
                <a:latin typeface="Arial"/>
              </a:rPr>
              <a:t>YOUR TEAM · YOUR ORGANIZATION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Point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The one thing you want remembered.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Context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Why it matters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Evidence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What makes it credible.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Objection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The strongest argument against.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Answer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Why the objection does not change the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Ask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What you want the room to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The point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Stated once, in full, before any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Say it before you explain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Put the conclusion on the first slide. An audience that knows where you are going can follow an argument; one that is waiting for the reveal is only guessing. Explain afterwards, for as long as the room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The claim, in one sentence.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The reason it is true.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The reason it matters today.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The decision it implies.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Three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Claim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One sentence. No hedging, no adjectives.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B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Support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Three pieces of evidence, strongest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B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Ask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The specific decision, and who makes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Four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B02A2A"/>
                </a:solidFill>
                <a:latin typeface="Arial"/>
              </a:rPr>
              <a:t>18%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First figure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What it measures and over what period.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2.4x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Second figure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The comparison that makes it meaningful.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$1.1M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Third figure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The amount at stake in the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6 wk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Fourth figure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How long the window stays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4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Four numbers is the most an audience will retain. Put the rest in the appendix and say that you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The evidence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Three items, strongest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Decide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One decision, made in this room.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WK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Assign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Owner named, scope written down.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WK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First check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Evidence that it is working, or not.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WK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Review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Continue, adjust or stop.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WK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Result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Measured against the figure on slide six.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The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Do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Fix in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Replace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Recommended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Replace the rows with your own figures. Keep one unit per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One image, one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C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606060"/>
                </a:solidFill>
                <a:latin typeface="Arial"/>
              </a:rPr>
              <a:t>DROP AN IMAGE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50" b="1" i="0">
                <a:solidFill>
                  <a:srgbClr val="000000"/>
                </a:solidFill>
                <a:latin typeface="Arial"/>
              </a:rPr>
              <a:t>One image, if any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50" b="0" i="0">
                <a:solidFill>
                  <a:srgbClr val="606060"/>
                </a:solidFill>
                <a:latin typeface="Arial"/>
              </a:rPr>
              <a:t>A neutral template invites decoration. Resist it. Use an image only when it carries information the words cannot — a photograph of the thing, a chart of the change, a screenshot of the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Caption the image: what it shows and where it came from.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The ask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One decision, one owner, one 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38100" cy="32004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C45F5F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If you cannot say it in a sentence, you do not yet know what you think.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606060"/>
                </a:solidFill>
                <a:latin typeface="Arial"/>
              </a:rPr>
              <a:t>ATTRIBUTE THE QUOTE, OR CUT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0"/>
            <a:ext cx="38100" cy="2834639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200" b="1" i="0" spc="160">
                <a:solidFill>
                  <a:srgbClr val="000000"/>
                </a:solidFill>
                <a:latin typeface="Arial"/>
              </a:rPr>
              <a:t>THE ASK</a:t>
            </a:r>
          </a:p>
          <a:p>
            <a:pPr>
              <a:lnSpc>
                <a:spcPct val="140000"/>
              </a:lnSpc>
            </a:pPr>
            <a:r>
              <a:rPr sz="1450" b="0" i="0">
                <a:solidFill>
                  <a:srgbClr val="4C4C4C"/>
                </a:solidFill>
                <a:latin typeface="Arial"/>
              </a:rPr>
              <a:t>One decision. Name it, name who makes it, and name the date it stops being useful.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737373"/>
                </a:solidFill>
                <a:latin typeface="Arial"/>
              </a:rPr>
              <a:t>YOUR.NAME@EXAMPLE.COM · +00 000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F7F7F7"/>
      </a:lt2>
      <a:accent1>
        <a:srgbClr val="B02A2A"/>
      </a:accent1>
      <a:accent2>
        <a:srgbClr val="CC7575"/>
      </a:accent2>
      <a:accent3>
        <a:srgbClr val="000000"/>
      </a:accent3>
      <a:accent4>
        <a:srgbClr val="606060"/>
      </a:accent4>
      <a:accent5>
        <a:srgbClr val="999999"/>
      </a:accent5>
      <a:accent6>
        <a:srgbClr val="DBDBDB"/>
      </a:accent6>
      <a:hlink>
        <a:srgbClr val="B02A2A"/>
      </a:hlink>
      <a:folHlink>
        <a:srgbClr val="6060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Monogram — CubeOffice template</dc:title>
  <dc:subject>Minimal</dc:subject>
  <dc:creator>CubeOffice</dc:creator>
  <cp:keywords>CubeOffice, template, minimal, en</cp:keywords>
  <dc:description>CubeOffice original template. Free to use, edit and redistribute, with or without attribution, for personal and commercial work.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Minimal</cp:category>
</cp:coreProperties>
</file>